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(39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(620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Shortlist size: AskSettings().shortlist. Bar lengths are proportional to the scores.</a:t>
            </a:r>
          </a:p>
          <a:p/>
          <a:p>
            <a:r>
              <a:t>Speaker notes: No model chose these. The resolver ranked all 620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28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8.4.0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620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Ask SAJHA over MCP, finished; Document connectors as RAG sources; LLM providers: the last synchronous paths;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620 tools in 33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620 tools in 33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4577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620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37172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2" name="Rounded Rectangle 21"/>
          <p:cNvSpPr/>
          <p:nvPr/>
        </p:nvSpPr>
        <p:spPr>
          <a:xfrm>
            <a:off x="3330171" y="2797651"/>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trade, crime data</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SQL over files, pivots, financial calculators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72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72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25</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4577</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620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0.770</a:t>
            </a:r>
          </a:p>
        </p:txBody>
      </p:sp>
      <p:sp>
        <p:nvSpPr>
          <p:cNvPr id="18" name="Rounded Rectangle 17"/>
          <p:cNvSpPr/>
          <p:nvPr/>
        </p:nvSpPr>
        <p:spPr>
          <a:xfrm>
            <a:off x="3755660" y="2280909"/>
            <a:ext cx="263544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0.706</a:t>
            </a:r>
          </a:p>
        </p:txBody>
      </p:sp>
      <p:sp>
        <p:nvSpPr>
          <p:cNvPr id="19" name="Rounded Rectangle 18"/>
          <p:cNvSpPr/>
          <p:nvPr/>
        </p:nvSpPr>
        <p:spPr>
          <a:xfrm>
            <a:off x="3755660" y="2645288"/>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0" name="Rounded Rectangle 19"/>
          <p:cNvSpPr/>
          <p:nvPr/>
        </p:nvSpPr>
        <p:spPr>
          <a:xfrm>
            <a:off x="3755660" y="3009667"/>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1" name="Rounded Rectangle 20"/>
          <p:cNvSpPr/>
          <p:nvPr/>
        </p:nvSpPr>
        <p:spPr>
          <a:xfrm>
            <a:off x="3755660" y="3374046"/>
            <a:ext cx="194729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0.522</a:t>
            </a:r>
          </a:p>
        </p:txBody>
      </p:sp>
      <p:sp>
        <p:nvSpPr>
          <p:cNvPr id="22" name="Rounded Rectangle 21"/>
          <p:cNvSpPr/>
          <p:nvPr/>
        </p:nvSpPr>
        <p:spPr>
          <a:xfrm>
            <a:off x="3755660" y="3738425"/>
            <a:ext cx="192042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0.515</a:t>
            </a:r>
          </a:p>
        </p:txBody>
      </p:sp>
      <p:sp>
        <p:nvSpPr>
          <p:cNvPr id="23" name="Rounded Rectangle 22"/>
          <p:cNvSpPr/>
          <p:nvPr/>
        </p:nvSpPr>
        <p:spPr>
          <a:xfrm>
            <a:off x="3755660" y="4102804"/>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4" name="Rounded Rectangle 23"/>
          <p:cNvSpPr/>
          <p:nvPr/>
        </p:nvSpPr>
        <p:spPr>
          <a:xfrm>
            <a:off x="3755660" y="4467183"/>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5" name="Rounded Rectangle 24"/>
          <p:cNvSpPr/>
          <p:nvPr/>
        </p:nvSpPr>
        <p:spPr>
          <a:xfrm>
            <a:off x="3755660" y="4831561"/>
            <a:ext cx="190698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6" name="Rounded Rectangle 25"/>
          <p:cNvSpPr/>
          <p:nvPr/>
        </p:nvSpPr>
        <p:spPr>
          <a:xfrm>
            <a:off x="3755660" y="5195940"/>
            <a:ext cx="189877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0.509</a:t>
            </a:r>
          </a:p>
        </p:txBody>
      </p:sp>
      <p:sp>
        <p:nvSpPr>
          <p:cNvPr id="27" name="Rounded Rectangle 26"/>
          <p:cNvSpPr/>
          <p:nvPr/>
        </p:nvSpPr>
        <p:spPr>
          <a:xfrm>
            <a:off x="3755660" y="5560319"/>
            <a:ext cx="186892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0.501</a:t>
            </a:r>
          </a:p>
        </p:txBody>
      </p:sp>
      <p:sp>
        <p:nvSpPr>
          <p:cNvPr id="28" name="Rounded Rectangle 27"/>
          <p:cNvSpPr/>
          <p:nvPr/>
        </p:nvSpPr>
        <p:spPr>
          <a:xfrm>
            <a:off x="3755660" y="5924698"/>
            <a:ext cx="178532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0.478</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620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av_stock_quote</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cg_coin_categories_market</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cg_coin_price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duckdb_sql</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fmp_institutional_holders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fmp_stock_quote</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28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28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5599 tokens, 52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6434 tokens; cost $0.00; p95 2.0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4136 tokens; cost $0.00; p95 1.0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8.4.0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