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governance: https://www.anthropic.com/news/donating-the-model-context-protocol-and-establishing-of-the-agentic-ai-foundation (9 Dec 2025, read 2026-10-06). Tool count: the live registry; eras: sajha.core.mcp_modern; creators: the Studio routes; conformance: docs/protocol/MCP 2026-07-28 Compliance.md §5; all read at build time. Not built yet: Section 7's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Introduction: https://www.anthropic.com/news/model-context-protocol (25 Nov 2024). Foundation, adopters and the server count: https://www.anthropic.com/news/donating-the-model-context-protocol-and-establishing-of-the-agentic-ai-foundation (9 Dec 2025, read 2026-10-06). Linear versus quadratic integration effort: https://www.bcg.com/publications/2025/put-ai-to-work-faster-using-model-context-protocol (1 Aug 2025, read 2026-10-06). Eras: sajha.core.mcp_modern MODERN_PROTOCOL_VERSIONS and HANDSHAKE_PROTOCOL_VERSIONS,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Principles 1, 2, 4: https://www.anthropic.com/news/donating-the-model-context-protocol-and-establishing-of-the-agentic-ai-foundation (9 Dec 2025, read 2026-10-06); https://www.bcg.com/publications/2025/put-ai-to-work-faster-using-model-context-protocol (1 Aug 2025, read 2026-10-06). Principle 6: the MCP authorization specification (https://modelcontextprotocol.io/specification (server features: tools, resources, prompts; transports)). Principles 3, 5, 7–10 follow from the protocol's design; principle 10 is what MCP Studio does in SAJHA (Section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Altman: https://techcrunch.com/2025/03/26/openai-adopts-rival-anthropics-standard-for-connecting-ai-models-to-data/ (26 Mar 2025, read 2026-10-06). Hassabis: https://techcrunch.com/2025/04/09/google-says-itll-embrace-anthropics-standard-for-connecting-ai-models-to-data/ (9 Apr 2025, read 2026-10-06). BCG: https://www.bcg.com/publications/2025/put-ai-to-work-faster-using-model-context-protocol (1 Aug 2025, read 2026-10-06). Anthropic: https://www.anthropic.com/news/donating-the-model-context-protocol-and-establishing-of-the-agentic-ai-foundation (9 Dec 2025, read 2026-10-06). Dropped as unverifiable: a quotation attributed to a security executive's interview, found only in secondary write-ups.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Primitives and who controls them: https://modelcontextprotocol.io/specification (server features: tools, resources, prompts; transports). SAJHA: sajha/core/mcp_handler.py (resources/list, resources/templates/list, completion/complete, logging/setLevel); tool counts from the registry and prompt templates counted in config/prompts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Host, client and server roles: https://modelcontextprotocol.io/specification (server features: tools, resources, prompts; transports) (architecture overview). SAJHA is one such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protocol flow in https://modelcontextprotocol.io/specification (server features: tools, resources, prompts; transports) (lifecycle, tools/list, tools/call). SAJHA's own loop (Ask SAJHA, Section 6) follows the same five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benefits: https://modelcontextprotocol.io/specification (server features: tools, resources, prompts; transports); server count: https://www.anthropic.com/news/donating-the-model-context-protocol-and-establishing-of-the-agentic-ai-foundation (9 Dec 2025, read 2026-10-06). SAJHA column: sajha/web/competitive.py (SAJHA cells), docs/architecture/Federation.md,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 architecture (after the earlier deck). Server A's tool families are real groups in SAJHA's registry (fred, olap, duckdb, yahoo); policy and audit: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SDK languages: https://modelcontextprotocol.io/docs/sdk (read 2026-10-06). Eras: sajha.core.mcp_modern (read at build time); docs/protocol/MCP Protocol Guide.md for how SAJHA recognises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Standard transports: https://modelcontextprotocol.io/specification (server features: tools, resources, prompts; transports) (Transports: stdio and Streamable HTTP; HTTP+SSE was the 2024-11-05 transport). SAJHA: sajha/routes/mcp_routes.py, sajha/routes/ws_routes.py, sajha/cli/stdio.py; the SAJHA cells of sajha/web/competitive.py.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sajha/core/mcp_modern.py (MODERN_PROTOCOL_VERSIONS, HANDSHAKE_PROTOCOL_VERSIONS, read at build time), sajha/core/mcp_2025_11_25.py; GLOSSARY.md 'Era detection', 'Client SDK'.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Results: the table in section 5 of docs/protocol/MCP 2026-07-28 Compliance.md, parsed at build time (32/32 scenarios on the 2025-11-25 path agree with docs/protocol/MCP 2025-11-25 Compliance.md). Matrix and branches: .github/workflows/mcp-conformance.yml.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names checked against the live registry at build time (evidence.require_tools). Parallel steps: docs/architecture/Intelligence Layer.md §6 (plan_execute).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GLOSSARY.md §3 (MRTR, Tasks extension, MCP Apps, Mcp-Param-{Name}); sajha/core/mcp_mrtr.py, mcp_tasks.py, mcp_apps.py, mcp_tool_context.py; docs/protocol/MCP 2026-07-28 Compliance.md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tool-use loop in https://modelcontextprotocol.io/specification (server features: tools, resources, prompts; transports) (tools). SAJHA's own instance of this pipeline is Ask SAJHA (sajha/ai/intelligence.py), captured in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Protocol versions: sajha.core.mcp_modern (2026-07-28; 2025-11-25, 2025-06-18, 2025-03-26 and 2024-11-05). Tests: pytest --collect-only over tests and clientsdk/tests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Creators: the MCP Studio pages in sajha/routes/studio_routes.py plus describe_routes.py and api_import_routes.py, read at build time. Providers: sajha.ai.llm.registry.registered_providers().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Grouping into categories: tools/deck/deck_part2.py CATEGORIES; a group it does not name fails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Studio pages served by sajha/routes/studio_routes.py (@pages.get), plus Describe a tool (describe_routes.py) and Import an API (api_import_routes.py), read at build time; the decorator is sajha/studio/decorator.py (sajhamcptool). docs/studio/MCP Studio User Guide.md. The earlier deck's creator list is replaced by this derived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Generation.md; sajha/studio/describe.py; sajha/ai/llm/mock_toolsmith.py. The example sentence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Connector kinds: sajha/connectors/model.py KINDS, read at build time. docs/architecture/API Import.md and Data Connectors.md.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docs/architecture/Federation.md; sajha/federation/; GLOSSARY.md 'Federation', 'Tool poisoning'.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sajha/app.py (FastAPI application), sajha/routes/ (30 route modules), sajha/auth/, sajha/policy/, sajha/audit/, sajha/ai/, sajha/tools/, sajha/workflows/, sajha/federation/, sajha/connectors/, sajha/sandbox/; state, storage and schema lists read at build time. docs/architecture/Architecture.md.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Page count: sajha.web.page_help.PAGE_HELP (pages with an 'About this page' panel, the error page excluded), read at build time. Menus: sajha/web/templates/common/_nav.html. Themes: sajha/web/static/css/tokens.css. docs/architecture/Architecture.md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tests and lint: docs/architecture/Tool Quality.md; hot reload: ToolsRegistry file monitor (sajha/tools/tools_registry.py); evals: sajha/quality/evals.py. After the earlier deck's SDLC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Seeded roles and permissions: db/scripts/sqlite/seed.sql, parsed at build time. API key modes and anonymous policy: sajha/auth/access.py; docs/security/Security Model.md §1 'Tool access'.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 §1–§3 (credentials, tool access, transport protections, rate limiting: 'per-user and per-key limits exist but are not called'), §5, §7;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sajha/auth/__init__.py AuthManager.authenticate_request; sajha/routes/auth_routes.py; sajha/core/config.py (auth.jwt.algorithm, auth.jwt.expiry_minutes); docs/security/Security Model.md §1–§2.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§1–§2; sajha/auth/oauth/settings.py (DEFAULT_SCOPES), resource_server.py, authorization_server.py; sajha/routes/oauth_routes.py.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(login_form, _set_session_cookie); sajha/auth/password.py (bcrypt); sajha/security.py (login throttle); docs/security/Security Model.md §1 'Web login', 'Session cookie'.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api_login; sajha/auth/jwt_handler.py; sajha/auth/__init__.py authenticate_request; docs/security/Security Model.md §1 'SAJHA JWT'.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sajha/routes/apikeys_routes.py; sajha/db/dao/__init__.py ApiKeyDAO.hash_key (SHA-256) and validate_key; sajha/auth/access.py apikey_policy; docs/security/Security Model.md §1 'API keys'. The allowlist example is illustrative; fred_gdp and yf_fast_info are registry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§1; sajha/routes/oauth_routes.py (PRM_PATH, /oauth/authorize, /oauth/token, /oauth/register, /oauth/jwks); sajha/auth/oauth/resource_server.py (WWW-Authenticate challenge).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sajha/core/mcp_handler.py (has_tool_access before tools/call; -32602 on schema failure); sajha/tools/base_mcp_tool.py execute_with_tracking (policy enforce, validate_arguments, cache, circuit breaker);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rule is read verbatim from config/policies/example-guardrails.yaml at build time (disabled in the shipped configuration). docs/architecture/Policy and Audit.md §3; sajha/policy/model.py, engine.py.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Evaluated while the deck was built (tools/deck/evidence.py, policy_example): sajha.policy.engine.PolicyEngine.evaluate over the shipped files in config/policies, disabled examples included (include_disabled=True, as the Policies page's test bench offers); nothing was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while the deck was built (tools/deck/evidence.py, audit_example): sajha.audit.chain.ChainWriter on a temporary SQLite file with a throwaway RSA key, then sajha.audit.verify.verify before and after one UPDATE. SIEM: sajha/audit/sinks.py TYPES and FLAVORS, sajha/audit/formats.py FORMATS.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Model.md, the 'Fixes since …' table and 'Known limitations', parsed at build time (evidence.security_fixes, limitations). The rows shown are the eight shortest, chosen mechanically.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 recipes in deployment/ (aws, baremetal, hetzner, k8s and observability, listed at build time); storage and state backends read at build time; docs/getting-started/Storage Guide.md;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deployment/aws/README.md (architecture, 'Several tasks', 'What CDK Creates') and deployment/aws/cdk/sajha_stack.py (SAJHA_STATE_BACKEND=database). Drawn in the style of the earlier deck's AWS slide, with only what the recipe creates (no Cognito, API Gateway or WAF).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deployment/baremetal/README.md (nginx, systemd, PostgreSQL), deployment/baremetal/nginx.conf; deployment/observability/ (Prometheus, Grafana dashboard, alerts); sajha/audit/sinks.py; docs/architecture/Scaling and State.md. 'Your data centre' replaces the earlier deck's named data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Tests: pytest --collect-only. Conformance: docs/protocol/MCP 2026-07-28 Compliance.md §5. Tables: db/scripts/postgresql/schema.sql and sqlite/schema.sql (same set, checked at build time). Helm: charts/sajha/templates/*.yaml. The earlier deck's '100+ users, 1,000+ rps, &lt;200 ms p95' were never measured and are not carried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families shown are live groups (fred, edgar, the central-bank groups, duckdb, olap, tavily). Governance path: sajha/tools/base_mcp_tool.py execute_with_tracking. After the earlier deck's agent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Every tool name is checked against the live registry at build time (evidence.require_tools). After the earlier deck's risk-analysis table, with names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access per API key: sajha/auth/access.py apikey_policy; A2A: sajha/routes/a2a_routes.py; workers: docs/architecture/Scaling and State.md. The key patterns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sajha/workflows/model.py STEP_KINDS and TRIGGER_TYPES, read at build time; docs/architecture/Workflows.md.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 (BaseMCPTool); sajha/core/plugins.py (plugin.json manifest, discover, load_plugin; /api/plugins in sajha/routes/ops_routes.py); Studio pages in sajha/routes/studio_routes.py.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sajha/tools/tools_registry.py (start_monitoring, _monitor_files); sajha/core/reload_manager.py (object-store polling); sajha/policy/loader.py (policy.reload_seconds); sajha/core/mcp_handler.py (listChanged on push channels; subscriptions/listen in mcp_modern); docs/security/Security Model.md §1 (user reloaded per request); docs/architecture/Intelligence Layer.md (tool index sync).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sajha/routes/studio_routes.py (pages, /preview and /deploy actions per creator); docs/studio/MCP Studio User Guide.md. The tool name and parameters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sajha/tools/base_mcp_tool.py; sajha/tools/tools_registry.py; sajha/core/plugins.py (manifest format in its docstring); docs/architecture/Tool Quality.md (tests, cassettes, lint). The class name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first sentences of the descriptions from the live registry at build time (evidence.describe_tools, cut by evidence.short_description over tavily_, wiki_, crawl_, extract_; ir_ counted).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(duckdb_, olap_, sqlselect_). Guards: the 'Fixes since' table of docs/security/Security Model.md (duckdb_sql, OLAP SQL injection).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(calc_). Confidence: sajha.core.composition.get_tool_confidence for the calc group, 1.0.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docs/architecture/Data Connectors.md (the guard, limits, masking, §14 'Limits of this design'); sajha/connectors/model.py PER_USER_KINDS,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Tool names checked against the live registry at build time. After the earlier deck's combined-workflow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sajha.ai.llm.registry.registered_providers() after ensure_builtins(), read at build time; config/application.yml ai.aliases (default: mock/mock-planner); docs/architecture/Intelligence Layer.md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sajha/ai/intelligence.py (stream_ask), sajha/ai/tool_resolver.py and lexical.py (BM25 without an embedder). A real run captured while the deck was built (tools/deck/evidence.py, ask_run): IntelligenceService.stream_ask over the full registry (507 tools) on the offline mock provider (mock/mock-planner), planner react, question 'What is the percentage change from 80 to 100?'.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Shortlist size: AskSettings().shortlist.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Safeguards: IntelligenceService._run_call and SYSTEM_PROMPT (sajha/ai/intelligence.py); BaseMCPTool.execute_with_tracking.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Confidence rules: IntelligenceService._confidence, UNVERIFIED_CONFIDENCE, get_tool_confidence, read at build time. Evals: sajha.quality.evals.run_set over config/evals/calculators.yaml.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sajha.ai.planners.registered_planners() at build time; docs/architecture/Intelligence Layer.md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docs/architecture/Intelligence Layer.md §6 'Conversation memory', 'Document search (RAG)', §9; sajha/ai/memory.py, sajha/ai/rag/.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sajha.core.composition.EntropyGuard and get_tool_confidence, run at build time on three registry tools (evidence.composition_example); arrangements: sajha/tools/composite_tool.py ('sibling', 'parent_child'); GLOSSARY.md 'EntropyGuard'.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at build time (evidence.eval_runs) with sajha.quality.evals over config/evals/calculators.yaml; docs/architecture/Tool Quality.md.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Quality.md; sajha/quality/; sajha/core/tool_versioning.py.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docs/architecture/Observability.md §2–§5; sajha/observability/metrics.py, tracing.py, usage.py, alerts.py; deployment/observability/.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sajha/sandbox/backends.py BACKENDS and sajha/accounts/providers.py TEMPLATES, read at build time; docs/architecture/Sandbox.md, Connected Accounts.md; Security Model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StorageBackend subclasses in sajha/core/storage.py; sajha.core.state.BACKENDS; db/scripts/*/; deployment/*/, all listed at build time;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clientsdk/sajhaclient (standard.py SajhaMCPClient, a2a_client.py, auth.py); CLI commands parsed from clientsdk/sajhaclient/cli/main.py at build time; sajha/routes/a2a_routes.py; docs/clients/Command Line.md.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sajha/core/config.py _get; CLAUDE.md 'Code facts'; docs/getting-started/Configuration Reference.md; docs/security/Security Model.md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db/scripts/postgresql/schema.sql and db/scripts/sqlite/schema.sql, parsed at build time (the same set in both); grouping: tools/deck/deck_part4.py TABLE_GROUPS (an unknown table fails the build); tests/test_db_schema.py; docs/getting-started/Database 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Tenancy and Studio: docs/security/Security Model.md 'Known limitations'. TypeScript: clientsdk/ is Python only. Weaviate, Chroma: docs/architecture/Data Connectors.md §14. Document sources, async, Vertex, Entra: docs/architecture/Intelligence Layer.md §9. Push reload: docs/getting-started/Storage Guide.md 'Planned'. Right column: bold heads of 'Known limitations', parsed at build time and filtered by name. Built features are on the capability slides,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The ten columns are chosen to show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Groupings computed from each competitor's kind and its isolation, managed and open_source verdicts.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 'Quick start'; docs/README.md reading order; guide names as in docs/.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config/application.yml app.version, app.author, app.email and app.github.repo,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1122045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48740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1268730"/>
            <a:ext cx="259080" cy="0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51585" y="750570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89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28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7132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SAJHA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143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साझा  ·  shared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57400"/>
            <a:ext cx="957349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SAJHA 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957349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BEEF0"/>
                </a:solidFill>
                <a:latin typeface="Georgia"/>
              </a:rPr>
              <a:t>One Protocol, Infinite Possibilities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957349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One governed catalog of tools for every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160520"/>
            <a:ext cx="155448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31860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BEEF0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C6CF"/>
                </a:solidFill>
                <a:latin typeface="Calibri"/>
              </a:rPr>
              <a:t>SAJHA 6.0.0 (app.version)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TL;DR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Executive summary: five questions, five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146011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MCP?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6011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An open standard, now under the Linux Foundation's Agentic AI Foundation, that lets AI applications connect to any tool or data source through one protocol instead of one integration per pair.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80589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80589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2453741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the SAJHA MCP server?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453741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 self-hosted MCP server with 507 built-in tools, browser tool builders, an intelligence layer (LLM gateway, Ask SAJHA, planners, memory, document search) and governance: access control, OAuth 2.1, policy rules, approvals and a tamper-evident audit.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74212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374212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3447364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Why does it matter?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447364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It removes bespoke integration code: any agent discovers and calls tools at run time, and every call, whoever makes it, passes one set of identities, rules and records.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367834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367834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440986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can it do today?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440986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Serve both MCP eras (2026-07-28 and 2025-11-25) on one endpoint over four transports; 11 ways to make a tool; data connectors, federation, workflows; 242 conformance checks passed, 0 failed.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36145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36145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543460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Where is it going?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43460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Enforced multi-tenancy, finer Studio permissions, a TypeScript client, more connectors and document sources (Section 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Model Context Protocol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MCP from nothing: what it is, why every AI application should speak it, and how a host, a client and a server divide the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What MCP is   ·   Ten principles   ·   Industry voices   ·   Primitives   ·   Host, client, server   ·   Five steps   ·  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MCP?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MCP is one open standard for connecting AI applications to tools and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Think of it as one plug for every tool: write the server once, and every MCP-capable application can use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611884"/>
            <a:ext cx="10637215" cy="426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An open standard, neutrally 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Introduced by Anthropic in November 2024. In December 2025 Anthropic donated it to the Agentic AI Foundation, a directed fund under the Linux Foundation co-founded by Anthropic, Block and OpenAI.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Built on JSON-RPC 2.0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 application lists a server's tools (tools/list), calls one (tools/call), and reads its resources and prompts, as JSON messages over a transport.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N × M becomes N + M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Without a shared protocol every application needs its own integration with every tool; with one, each side implements the protocol once, so the work grows linearly, not quadratically.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Widely adopted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Anthropic's December 2025 announcement names ChatGPT, Cursor, Gemini, Microsoft Copilot and Visual Studio Code among the products using it, and more than 10,000 active public MCP servers.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Two eras in use today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Session-based revisions up to 2025-11-25, and the stateless 2026-07-28 revision (Section 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Ten principles: why every AI application should use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Eliminate integration sprawl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N tools × M applications need N × M connectors; with MCP, N + M.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Reduce AI development cost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Build an integration once and reuse it everywhere; over 10,000 public servers already exist.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Separate the concerns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Tool developers and AI developers release independently; the tool's schema is the contract.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Future-proof the stack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An open standard under the Linux Foundation, used in products from OpenAI, Google and Microsoft.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Enable agentic workflows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Agents discover and call tools at run time, through one standard for discovery and results.</a:t>
            </a:r>
          </a:p>
        </p:txBody>
      </p:sp>
      <p:sp>
        <p:nvSpPr>
          <p:cNvPr id="27" name="Oval 26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7367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Govern at one 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Remote servers authorize with OAuth 2.1; a server can enforce per-tool access and argument schemas.</a:t>
            </a:r>
          </a:p>
        </p:txBody>
      </p:sp>
      <p:sp>
        <p:nvSpPr>
          <p:cNvPr id="29" name="Oval 28"/>
          <p:cNvSpPr/>
          <p:nvPr/>
        </p:nvSpPr>
        <p:spPr>
          <a:xfrm>
            <a:off x="6278727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Accelerate time to value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Connect to servers for databases, APIs and SaaS instead of writing custom integrations.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Stay vendor-neutral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The same servers work with any model or client; change the model and the integrations survive.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Observe and audit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Every call is a structured message, so a server can record who called what, with which arguments.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Democratise integration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No-code creators let analysts publish their expertise as tools without waiting for engineers.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INDUSTRY 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Industry voices on MCP, each traced to its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quotation was checked against the cited page; one the earlier deck carried could not be traced to a primary source and was left 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“People love MCP and we are excited to add support across our products.”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Sam Altman, CEO, OpenAI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26 March 2025, as reported by TechCrunch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2463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“MCP is a good protocol and it's rapidly becoming an open standard for the AI agentic era.”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Demis Hassabis, CEO, Google DeepMind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9 April 2025, as reported by TechCrunch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 solution is a deceptively simple idea with outsized implications: the Model Context Protocol (MCP).”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Boston Consulting Group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Put AI Agents to Work Faster Using MCP, 1 August 2025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8143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8143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“There are now more than 10,000 active public MCP servers, covering everything from developer tools to Fortune 500 deployments.”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E1120"/>
                </a:solidFill>
                <a:latin typeface="Calibri"/>
              </a:rPr>
              <a:t>— Anthropic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Donating MCP and establishing the Agentic AI Foundation, 9 December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CORE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Three primitives: tools act, resources inform, prompts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Tools are the action layer, resources the data layer, prompts the guidance layer; all three are described with JSON Schema, so a model can discover them.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4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668005"/>
                <a:gridCol w="1834002"/>
                <a:gridCol w="366800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Primitive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decides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Functions the model can invoke: search, query a database, call an API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507 tools in 40 groups, each with a JSON Schema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Data the server makes readable by URI: files, records,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application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sajha://tools/catalog, sajha://prompts/catalog, sajha://data/{filename}, tool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Reusable prompt templates with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user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6 shipped templates in config/prompts, more from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Utilities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Completion, logging, progress,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Either side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completion/complete, logging/setLevel, progress and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 host runs one client per server; each server wraps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22705"/>
            <a:ext cx="10637215" cy="130141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377569"/>
            <a:ext cx="10417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HOST: the AI application (chat app, IDE, agent)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55946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59855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63764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5472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19381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3290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5472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governed catalog of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Search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web and news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3290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SQL over your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02352"/>
            <a:ext cx="1063721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The application the user works in; it runs the model and coordinates its clients.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Client and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Each client holds one connection to one server; a server exposes tools, resources and prompts.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AI APPLICATIONS USE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Five steps, from discovery to the next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model discovers capabilities at run time; no tool knowledge is hard-coded in the application.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57105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441831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host starts a client; the client connects; the server lists its tools with JSON Schemas.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303780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487866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358644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2358644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sees the tools in its context and decides which one the request needs.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220593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404679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275457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3275457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JSON-RPC; the server validates and runs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137406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3214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192270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4192270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server returns a structured result; the host feeds it back into the model's context.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5054219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52383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09083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4760" y="5109083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chains further calls, across tools and servers, until it can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What MCP gives an application, and what SAJHA adds on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70901"/>
          <a:ext cx="10637213" cy="41900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6338"/>
                <a:gridCol w="4121920"/>
                <a:gridCol w="398895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Interoperability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Any MCP client talks to any MCP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Both protocol eras on one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Dynamic discovery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Agents learn tools at run time, not at compile time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caller sees only the tools it may run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Transport choice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(stdio) or remote (Streamable HTTP)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Also legacy SSE and WebSocket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Decoupled evolution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Servers add tools without changing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Tools added while it runs; clients told on push channels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Ecosystem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Over 10,000 public servers to connect to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Federation fronts other servers under its rules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One control point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Authentication and authorization at the server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Access policy, rules, approvals and a tamper-evident audit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91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MCP integration with AI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34563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63163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Where MCP sits inside an AI application, how an application connects, the transports and the two eras in use today, and the patterns agents use to call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93971"/>
            <a:ext cx="9905695" cy="1623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Indicative architecture   ·   Connecting   ·   Transports   ·   Two eras   ·   Conformance   ·   Interaction patterns   ·   Beyond list and call   ·   LLM pipelines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INDICATIVE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An MCP-enabled application keeps its AI layer apart from its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application connects to several MCP servers at once. Agents, workflows and the model coordinate through the orchestrator; MCP clients carry all tool traffic.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611884"/>
            <a:ext cx="4680374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1666748"/>
            <a:ext cx="44609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APPLICATION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1336" y="1611884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1064" y="1666748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A: SAJHA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1336" y="3767150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1064" y="3822014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B: SEARCH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47631" y="2262530"/>
            <a:ext cx="13959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00519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34334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0519" y="3356406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00519" y="4373041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8229" y="2874670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8229" y="4501286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9984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Chat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23799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984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3799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9984" y="384848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Workflow engine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23799" y="445846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9984" y="486511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Memory and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80894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50988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21081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91175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Yahoo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80894" y="2831846"/>
            <a:ext cx="2233815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1081" y="2791180"/>
            <a:ext cx="2233815" cy="569315"/>
          </a:xfrm>
          <a:prstGeom prst="roundRect">
            <a:avLst>
              <a:gd name="adj" fmla="val 1284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Databases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PostgreSQL, DuckDB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80894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Search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50988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Extract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21081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Crawl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1175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Research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80894" y="4987112"/>
            <a:ext cx="4574002" cy="528650"/>
          </a:xfrm>
          <a:prstGeom prst="roundRect">
            <a:avLst>
              <a:gd name="adj" fmla="val 1383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External APIs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REST, GraphQL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APPLICATIONS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Connect, discover, invoke, iterate, in either 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Official SDKs exist for TypeScript, Python, C#, Go, Rust, Ruby, Java, Swift, PHP and Kotlin, with the same pattern in 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68565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441831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Session era (up to 2025-11-25): an initialize handshake negotiates capabilities and opens a session. Stateless era (2026-07-28): every request names its version; a client may ask server/discover first.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532983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831671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587847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587847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client asks for the tool catalog; each tool carries a JSON Schema, so the model knows exactly what it can call and how.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678999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97768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733863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733863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a JSON-RPC request and receives a structured result.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825015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512370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79879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79879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Results return to the model's context; it chains further calls, across tools and servers, until it can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TRANSPORTS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transports in SAJHA; two of them are the MCP 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transport reaches the same catalog through the same access policy, rules and audit.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1753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9016"/>
                <a:gridCol w="3463279"/>
                <a:gridCol w="2226393"/>
                <a:gridCol w="296852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the MCP spec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HTTP POST, answered with JSON or a streamed (SSE) response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remote 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/mcp, both eras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server runs as a child process; messages on stdin and stdout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local transport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 serve --stdio, for desktop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HTTP + SSE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long-lived event stream plus a POST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Replaced by 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/mcp/sse, for older clients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WebSocket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full-duplex persistent connection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No: an extension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/mcp/ws, for browsers and long-lived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TWO 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Two eras on one endpoint, recognised request by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Session state, task records, rate limits and OAuth codes go through a shared store, so either era works across several workers.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125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28547"/>
                <a:gridCol w="2260408"/>
                <a:gridCol w="4254886"/>
                <a:gridCol w="239337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Versions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SAJHA recognises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sends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Stateless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2026-07-28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request names its protocol version in _meta (or a non-handshake MCP-Protocol-Version header); there is no session.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Clients on current SDKs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Session-based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2025-11-25, 2025-06-18, 2025-03-26 and 2024-11-05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initialize handshake opens a session (Mcp-Session-Id) that later requests carry.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Most clients in the field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1435131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Either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Decided per request on POST /mcp, so one deployment serves a mixed fleet; the Python client probes server/discover and adopts the newest.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Mixed estates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official conformance suite: 242 checks passed, 0 failed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CI starts a live SAJHA and runs the official MCP conformance suite once per era, 2025-11-25 (suite 0.1.16) and 2026-07-28 (suite 0.2.0-alpha.12), on every push to develop and main. The compliance report records those runs and two more suites against the same server, for tasks and for the built-in authorization server.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passed, over the suites below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eras in the CI matrix, each with a pinned suite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7240" y="3606165"/>
          <a:ext cx="10637214" cy="207486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292437"/>
                <a:gridCol w="1498199"/>
                <a:gridCol w="1648019"/>
                <a:gridCol w="119855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Scenarios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Checks 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2025-11-25 (legacy path, 0.1.16)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32/32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2026-07-28 --suite all (0.2.0-alpha.12)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40/40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tasks extension scenarios (--force)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authorization (built-in AS, --spec-version 2026-07-28 and 2025-11-25)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INTERACTION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ways an agent calls tools, shown with tools SAJHA 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SINGLE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tool, one result, keep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“What is the change from 80 to 100?” → calc_percentage_change.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CHAINED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result feeds the next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edgar_company_search → edgar_company_facts → calc_percentage_change: find the company, read its facts, compute the growth.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PARALLEL CALLS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Independent calls at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fred_2yr_treasury, fred_10yr_treasury and yahoo_get_quote together; the plan_execute planner runs independent steps side by side.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MULTI-TURN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conversation over several requests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5004943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duckdb_list_tables → duckdb_describe_table → duckdb_sql: explore, then refine the query.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BEYOND LIST AND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Streaming, cancellation, input mid-call, long tasks and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Progress and logs while a tool runs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tool reports progress and log lines; a client that asked receives them on the streamed response.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CANCELLATION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client can stop a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cancelled request is visible to the running tool (is_cancelled), which can stop early.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MRTR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Multi Round-Trip Requests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stateless server asks for input mid-call by answering input_required; the client retries with the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Long calls become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task-capable tool returns a task id; the client polls tasks/get, answers input or cancels.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MCP APPS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can ship its own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An HTML view (ui://) rendered beside the result, such as calc_loan_amortization's schedule chart.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HEADERS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Routing without reading the body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Mcp-Method, Mcp-Name and Mcp-Param-* headers let a gateway route 2026-07-28 traffic.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IN LLM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decides when to call a tool; MCP carries the call and the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96399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10639" y="1782389"/>
            <a:ext cx="5897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tool 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83400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24310" y="1782389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70402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36034" y="2391806"/>
            <a:ext cx="0" cy="73214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0042" y="2675580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result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96399" y="3501222"/>
            <a:ext cx="2905268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 query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4241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1242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8243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SAJHA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25245" y="1611884"/>
            <a:ext cx="1489210" cy="743346"/>
          </a:xfrm>
          <a:prstGeom prst="roundRect">
            <a:avLst>
              <a:gd name="adj" fmla="val 9840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Calibri"/>
              </a:rPr>
              <a:t>API · database ·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8243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Structured result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64241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→ final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Tool schemas go into the model's context when the prompt is built; the model, not hard-coded logic, decides when and which tool to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Results come back as structured data, not raw HTML; agent frameworks with an MCP client plug in the same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SAJHA MCP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(साझा, Hindi for “shared”): one self-hosted server that holds the tools an organisation's agents use, serves them to any MCP client, and applies one set of identities, permissions, rules and records to every call.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69764"/>
            <a:ext cx="9905695" cy="124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Overview   ·   Tools in the box   ·   MCP Studio   ·   Architecture   ·   Web console   ·   Access and authentication   ·   Policy and audit   ·   Deploy anywhere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catalog of tools, one address, one set of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production Python MCP server on FastAPI, serving both protocol eras on /mcp, with its own intelligence layer, browser tool builders and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tools in the catalog when this deck was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 groups, the largest fmp (100 tools)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protocol versions served on one endpoint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2929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 in the suite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Shared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catalog for every team and agent framework: a tool is built, governed and recorded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Every call, from any client or SAJHA's own assistant, passes the same access check, rules and tamper-evident record.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Self-hosted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Python process on a laptop or several pods on Kubernetes; data leaves only when a tool sends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What makes SAJHA different from a plain tool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 governed server, not a pipe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Access policy, declarative rules, human approval and a hash-chained audit apply to every call on every path.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507 tools from day one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Markets, central banks, filings, public statistics, search, documents and calculators, ready to call.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Zero code to full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11 ways to make a tool in the browser, or a Python class; the same MCP tool either way.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An intelligence layer inside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19 provider types behind one gateway, planners, memory, document search and evals; the offline mock is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Every client's language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Both MCP eras, four transports, its own OAuth 2.1 server, and the official conformance suite in CI.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Runs where your data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Laptop, VM, Docker, Kubernetes; SQLite or PostgreSQL; local disk or an object store.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TOOLS IN THE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507 built-in tools, from market data to calculators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live list is tools/list or the Tools page; a caller sees only the tools it may run.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005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91343"/>
                <a:gridCol w="3716617"/>
                <a:gridCol w="897114"/>
                <a:gridCol w="333213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Groups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Markets and equities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fmp, openbb, av, yf, yahoo, cg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Quotes, statements, crypto, indices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Central banks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fred, fed, ecb, boc, boj, pboc, rbi, bdf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Policy rates, yields, money supply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International bodies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imf, wb, 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Outlooks, development and trade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Filings and investor relations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edgar, sec, ir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Filings, facts, insider trades, reports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Analytics and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duckdb, olap, sqlselect, customer, calc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SQL over files, pivots, financial calculators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Search and the web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tavily, wiki, crawl, extract, check, get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Web and news search, extraction, crawling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msdoc, sharepoint, 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Word and Excel, SharePoint, SAJHA's own guides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Connected accounts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github, google, ms365, slack, connected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Act as the user in SaaS apps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Public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fbi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Crime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MCP Studio: 11 ways to create a tool in the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creator deploys into the running server, with no restart; generated code and scripts run in the sandbox.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Python code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Write a function with the @sajhamcptool decorator; the schema comes from its type hints. Runs sandboxed.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REST service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Wrap an HTTP endpoint: method, URL template, headers, auth, response mapping.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Database query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A parameterised SQL template becomes a tool.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Script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 shell or Python script, arguments passed in; runs sandboxed.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OpenText LiveLink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Browse and fetch documents from a LiveLink repository.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1673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130821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OLAP dataset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Define a dataset, dimensions and measures for pivot-style analysis.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Export reports as PDF, PPTX or PNG.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DAX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Run DAX queries against a dataset.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SharePoint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Documents, lists and search on a SharePoint site.</a:t>
            </a:r>
          </a:p>
        </p:txBody>
      </p:sp>
      <p:sp>
        <p:nvSpPr>
          <p:cNvPr id="37" name="Oval 36"/>
          <p:cNvSpPr/>
          <p:nvPr/>
        </p:nvSpPr>
        <p:spPr>
          <a:xfrm>
            <a:off x="6278727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7367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Describe a tool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One sentence becomes a proposed, tested tool for review.</a:t>
            </a:r>
          </a:p>
        </p:txBody>
      </p:sp>
      <p:sp>
        <p:nvSpPr>
          <p:cNvPr id="39" name="Oval 38"/>
          <p:cNvSpPr/>
          <p:nvPr/>
        </p:nvSpPr>
        <p:spPr>
          <a:xfrm>
            <a:off x="6278727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7367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Import an API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OpenAPI 3, Swagger 2 or GraphQL becomes reviewed tools.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DESCRIBE A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sentence becomes a proposal, and nothing deploys without a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“Fetch today's FX rate for a currency pair from our rates API.”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5889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55889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8769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Propose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69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The toolsmith model drafts the kind, name, schemas, implementation and test cases.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27289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3453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453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1741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741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Treated as untrusted: read-only SQL, host checks, no credentials, risky imports flagged.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593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1318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318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606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606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Cases run in the sandbox, offline where possible, bound to the draft's SHA-256.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8458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491837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837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74717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717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approves that hash; policy can require a second one.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63237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4260151"/>
            <a:ext cx="10637215" cy="198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Out of the box the toolsmith alias points at an offline mock that knows a few shapes; real designs need a real model. Generated Python tools always run sandboxed.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APIS AND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An API description or a database becomes governed, read-only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Import an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OpenAPI 3.x, Swagger 2.0 or a GraphQL endpoint becomes a preview of every operation: name, JSON Schema in and out, read-only and destructive hints.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Choose, test one call, deploy; credentials only as secret references.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Every call passes an SSRF guard; re-import shows a diff.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Data connectors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SQL: postgresql, pgvector, redshift, mysql, mariadb, sqlserver, oracle, snowflake, bigquery, databricks, sqlite and duckdb. Search: qdrant, elasticsearch and opensearch.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Read-only three times over: a statement guard, a read-only session and the login's own grants.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Curated views become typed tools; snowflake, bigquery and databricks can sign in as each user.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FEDERATION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Other MCP servers' tools join the catalog under SAJHA's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SAJHA can front another MCP server: its tools appear as &lt;prefix&gt;__&lt;tool&gt;, and every call to them passes SAJHA's access policy, rules, cache, circuit breakers and audit. It is off by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92312"/>
            <a:ext cx="10637215" cy="425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Approval before exposure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upstream's tools wait for an administrator; a changed definition waits again.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Screened text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Descriptions and results are screened for injected instructions; flagged items wait for a person.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Fenced network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Upstream and token addresses pass an SSRF guard; a user's own token can be passed through instead of a shared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isolated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 runs where it runs; SAJHA governs the calls, not its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SERVER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Six layers, and every call crosses the governance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35550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38752" y="1435550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MCP clients (both eras) · browser console · sajha CLI · Python SDK · A2A agents ·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245281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8752" y="2245281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Streamable HTTP /mcp · legacy SSE /mcp/sse · WebSocket /mcp/ws · stdio ·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55012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38752" y="3055012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Authentication · tool access policy · policy engine (deny, approve, limit, redact) · hash-chained audit and SIEM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64743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8752" y="3864743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LLM gateway · Ask SAJHA and planners · memory and document search · evals · Describe a tool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74474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38752" y="4674474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Tools registry · composites · workflows · federation · data connectors · sandbox · cache and circuit breakers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84205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38752" y="5484205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FastAPI on uvicorn · postgresql or sqlite · state store (memory/redis/database) · storage (Local/S3/AzureBlob/GCS) · metrics and traces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WEB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web console of 53 pages, each with its own help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It works on a phone, and offers light, dark, blue and green themes.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Browse and search the catalog, view a schema, run a tool, see reports and monitoring.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Ask SAJHA with its live constellation of tools, a Python playground, models and providers, prompts.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MCP Studio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creator, Describe a tool, Import an API, and the composite builder.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Admin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Users, roles and API keys; federation, connectors and connected accounts; policies, approvals and the audit; workflows; tool health, versions and evals.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Help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guide in docs/ rendered in the app, the glossary, and an “About this page” panel on each page.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PARALLEL SDLC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developers and AI developers ship independently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TOOL DEVELOPERS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329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301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DEVELOPERS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282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282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1887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1887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85864" y="3476072"/>
            <a:ext cx="109694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66110" y="3274904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register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8889" y="3476072"/>
            <a:ext cx="109694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75776" y="3274904"/>
            <a:ext cx="96316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discover, invoke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6356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Build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Studio or a Python tool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6356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tests, schema lint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6356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Deploy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drop a config; hot reload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2747314"/>
            <a:ext cx="2552931" cy="1360347"/>
          </a:xfrm>
          <a:prstGeom prst="roundRect">
            <a:avLst>
              <a:gd name="adj" fmla="val 537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schema is the contract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2407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Design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agent logic and prompts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2407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Evaluate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golden questions (evals)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2407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Iterate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tune prompts and planners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13761"/>
            <a:ext cx="10637215" cy="631590"/>
          </a:xfrm>
          <a:prstGeom prst="roundRect">
            <a:avLst>
              <a:gd name="adj" fmla="val 11582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Integration: agents discover and call tools from both pipelines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Tool-level permissions, checked on every call, on every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read lets a caller see a tool, execute lets it run one; patterns are fnmatch globs such as fred_*. One policy (sajha/auth/access.py) serves REST, MCP in both eras, SSE, WebSocket, stdio and A2A.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39480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9413"/>
                <a:gridCol w="4198900"/>
                <a:gridCol w="419890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Rights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may see and 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everything: all actions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Full system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user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Standard tool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viewer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Read-only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developer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(any): all actions; tool (any): execute, read, create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Developer access — MCP Studio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API key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all, allowlist, denylist or regex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key's tool access mode; never an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mcp.anonymous.tools (empty by default)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Nothing, unless an operator allows 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ENTERPRISE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Security in layers, each with the threat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Rate limits on tool calls come from policy rules; /mcp itself has no built-in request rate limit.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657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2184"/>
                <a:gridCol w="5387680"/>
                <a:gridCol w="317734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Authentication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Session cookie, SAJHA JWT, API keys (SHA-256 stored), OAuth 2.1 on /mcp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Unknown callers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Authorization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Role permissions and API-key modes, per tool, on every path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Deny, require approval, constrain arguments, rate limits and quotas, 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Unsafe or excessive calls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JSON Schema on every call; SQL guards; an SSRF guard on outbound requests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Injection, internal-network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Origin allow-list on /mcp; HTTPS at the proxy or ingress; HSTS, CSP and other headers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DNS rebinding, interception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Per-IP throttling and account lockout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Password guessing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Studio code and scripts in a per-call sandbox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Untrusted 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Hash-chained, signed audit; SIEM export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Undetected tampering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Four ways to prove who is calling, one access policy behind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Order tried: Bearer JWT, X-API-Key, Authorization: sja_…, then the cookie. A credential that fails is refused, never treated as anonymous.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22705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4680374"/>
                <a:gridCol w="382939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proves who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it is accepted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person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Sign-in form, then the sajha_token cookie (HttpOnly, SameSite=Lax)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web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script with a password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/api/auth/login returns a SAJHA JWT (default HS256, 60 minutes)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(?token=)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automation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API key sja_… issued by an administrator, optionally expiring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(?api_key=)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OAuth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access token from SAJHA's authorization server or yours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MCP endpoints 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OAUTH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OAuth 2.1 on /mcp: SAJHA's own authorization server, or yours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An authorization server issues tokens; a resource server accepts them. SAJHA can be both, or only the second behind your identity provider. It is off by default (mcp.auth.mode: off, optional or required); API keys and SAJHA's own tokens work in every mode.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6787"/>
            <a:ext cx="10637215" cy="400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Resource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Protected-resource metadata (RFC 9728); audience-bound tokens (RFC 8707), so a token issued for another API is refused; scopes mcp:read and mcp:tools.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Built-in authorization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Authorization code with PKCE S256, client ID metadata documents, optional dynamic registration, rotating refresh tokens with reuse detection.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OAuth here controls who may call /mcp; it is not SSO for the web console.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session cookie (web console)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Browser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1. Browser → GET 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Server returns the sign-in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2. Browser → POST /login { user_id, password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Per-IP throttle: too many failures → 429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bcrypt check against the stored hash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Repeated failures lock the account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If valid: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Issue a SAJHA JWT (auth.jwt.*, default HS256, 60 min)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Set-Cookie: sajha_token (HttpOnly, SameSite=Lax,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│    Secure on https, Max-Age 3600)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└─ 302 → /dashboard (local paths only, no open redirect)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3. Every later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Cookie read last, after Bearer and API key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Signature, algorithm and expiry checked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User reloaded from the database: a disabled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is out at once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SAJHA JWT (API clients)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API client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/api/auth/login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Body: { "user_id": "alice", "password": "…"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Server checks the credentials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Throttle and lockout, as for the web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Invalid → 401; locked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Valid → { "token": "eyJ…", "user": { roles … }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sends the token on every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Authorization: Bearer eyJ…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validates it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allowed algorithm, exp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Claims: sub, roles, iss sajha-mcp-server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caller's tool access applies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(REST, /mcp, and /mcp/ws?token=…)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API key (automation)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Script or agent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An administrator creates a key (console, POST /admin/apikeys/create)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Key: sja_ + 48 hex characters, shown once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Stored: SHA-256 hash and an 8-character prefix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 access mode: all | allowlist | denylist | regex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any request with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X-API-Key: sja_…   (or Authorization: sja_…)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Server authenticates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Unknown, disabled or expired → refused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Identity apikey:&lt;name&gt;, role api_consumer, never admin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authorizes the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allowlist ["fred_*", "calc_*"]: fred_gdp → allowed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yf_fast_info → 403 (not listed)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Usage recorded; the call audited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Authorization: OAuth 2.1 with PKCE on /mcp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 client  →  SAJHA /mcp  +  authorization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/mcp without a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401, WWW-Authenticate: Bearer resource_metadata=…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GET /.well-known/oauth-protected-resource/mcp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Names the authorization server (SAJHA's or yours)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→ GET /oauth/authorize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code_challenge (PKCE S256), resource=&lt;…/mcp&gt;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User signs in and consents → authorization code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Client → POST /oauth/token { code, code_verifier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JWT access token, audience = SAJHA's /mcp;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a rotating refresh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Client → POST /mcp, Authorization: Bearer 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issuer, audience, expiry, scope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user's tool access, as for any caller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Authorization: the access and policy check on tools/call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Any client (HTTP, SSE, WebSocket, stdio, A2A)  →  SAJHA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28101"/>
            <a:ext cx="10637215" cy="4417250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28101"/>
            <a:ext cx="41148" cy="441725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74405"/>
            <a:ext cx="10253167" cy="4142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Request: tools/call { name: "duckdb_sql", arguments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Who is calling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Bearer JWT | X-API-Key | cookie | OAuth token | anonymous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May they run it (sajha/auth/access.py)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Roles' execute patterns, or the key's mode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 → access denied, recorded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Arguments against the tool's JSON Schema → -32602 if not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Policy engine (config/policies)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deny wins; require_approval waits for a person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Argument constraints, rate limits, quotas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Not allow → an audit record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6. Run: cache, circuit breaker, metrics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7. Result: redaction and screening if a rule says so;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one hash-chained audit record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rule is a few lines of YAML, and it decides before the tool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4724869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4505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config/policies/example-guardrails.yaml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18703"/>
            <a:ext cx="4724869" cy="4426648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18703"/>
            <a:ext cx="41148" cy="44266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65007"/>
            <a:ext cx="4340821" cy="4152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- id: sql-read-only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description: Queries may not contain DDL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or DML keywords, and stay short.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match: {tools: ["duckdb_*",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"sqlselect_*"]}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constraints: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sql: {not_pattern: "(?i)\\b(drop|delete|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update|insert|alter|truncate|attach)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query: {not_pattern: "(?i)\\b(drop|delet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e|update|insert|alter|truncate|attac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h)\\b",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deny wins over allow; a violated constraint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denies with the rule's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67869" y="1306639"/>
            <a:ext cx="5546585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7869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461" y="1379791"/>
            <a:ext cx="52722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rule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869" y="1818703"/>
            <a:ext cx="5546585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Match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Tool names and groups, annotations such as destructiveHint, the caller, the path, a time window, argument values.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Decide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allow, deny with a reason, or require_approval; deny overrides; default_effect: deny makes it an allowlist.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Oblige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Argument constraints, rate limits and quotas shared by every worker, redaction, screening of results.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Operate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Files reload on change; every decision that is not allow is audited; the Policies page has a test bench.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POLICY,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The shipped example policy, evaluated on four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same engine sits in BaseMCPTool.execute_with_tracking, so these decisions are the same over MCP, REST, the command line or Ask SAJHA.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97221"/>
                <a:gridCol w="3761941"/>
                <a:gridCol w="1686387"/>
                <a:gridCol w="389166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 and arguments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 and reason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region, SUM(amount) FROM orders GROUP BY region"}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allow + redact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 deciding rule: allowed; obligations still apply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1; DROP TABLE orders"}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sql-read-only: argument constraint: 'sql' matches a forbidden pattern (rule example-guardrails/sql-read-only)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no-anonymous-destructive: Sign in to run tools that change or delete data.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require_approval + redact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approve-destructive: This tool can change or delete 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AUDIT, TAMPERED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Change one stored field and the audit says which record and which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Captured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write a short chain, signed every 5 records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✓ verify: 17 records, 3 signed anchors, ok=True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change one stored outcome, deny -&gt; ok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UPDATE audit_chain SET outcome='ok' WHERE seq=9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✗ verify: ok=False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seq 9: column outcome was changed ('ok' vs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  record 'deny')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Chained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Each record's SHA-256 covers the previous record's hash, so an edit, deletion, insertion or reordering breaks the chain.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Signed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The head is signed (RS256) every N records, every few minutes and at shutdown.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python -m sajha.audit verify, or the Audit page.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Exported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To syslog, http and file sinks (splunk_hec, datadog and generic) as JSON, CEF and OCSF.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Security fixes are listed, with where each one lives in the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Security Model keeps a table of issues found and fixed since the last major release, each with the file that fixes it, and a list of known limitations.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issues found and fixed, each named with its fix and its 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7599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known limitations, listed so a deployment can compensate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77240" y="3329559"/>
          <a:ext cx="10637215" cy="28672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3721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shortest entries in the fixes table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admin endpoints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redirect via /login?next=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POST /a2a ran tools anonymously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Path traversal in sajha://data/... 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Tool arguments were checked only for presence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The REST tool catalog listed every tool to anyone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headers overwrote stricter per-route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Async execution wrote to any path and posted to any 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DEPLOY ANYWHERE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On premises, in a private cloud or a public one: the same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42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Data locality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Data leaves your infrastructure only when a tool calls an outside service.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Sovereignty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Run one instance per jurisdiction; nothing phones home.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Same configuration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Storage on local disk, S3, Azure Blob or GCS; state in memory, redis or database; environment over application.yml.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ON PREMISES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data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VM with systemd and nginx, or Docker; air-gapped works with the offline mock model, local tools and local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PRIVATE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VPC or VNet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Kubernetes with the Helm chart, or containers; PostgreSQL and an object store inside your network.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PUBLIC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Managed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ECS Fargate with RDS, S3 and Secrets Manager (a CDK recipe), or any managed Kubernetes.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PUBLIC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On AWS: Fargate tasks behind a load balancer, state in 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Several tasks share protocol state through RDS (or ElastiCache Redis); every task gets the same secrets from Secrets Manager. SAJHA never runs DDL on RDS: an operator runs the schema file once.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354836"/>
            <a:ext cx="9041632" cy="432358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409700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AWS ACCOUNT · VPC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1787194"/>
            <a:ext cx="3403908" cy="216179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1842058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ECS FARGATE · 1 TO 6 TASKS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79663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062653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3985564"/>
            <a:ext cx="0" cy="44567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565440"/>
            <a:ext cx="1276465" cy="864717"/>
          </a:xfrm>
          <a:prstGeom prst="roundRect">
            <a:avLst>
              <a:gd name="adj" fmla="val 8459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AI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565440"/>
            <a:ext cx="2021070" cy="864717"/>
          </a:xfrm>
          <a:prstGeom prst="roundRect">
            <a:avLst>
              <a:gd name="adj" fmla="val 8459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Application load balancer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565440"/>
            <a:ext cx="2978420" cy="864717"/>
          </a:xfrm>
          <a:prstGeom prst="roundRect">
            <a:avLst>
              <a:gd name="adj" fmla="val 8459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container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non-root image, port 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1787194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Secrets Manager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JWT, session, DB, OAuth key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695148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and prompt configs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603101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CloudWatch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logs, metrics,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467819"/>
            <a:ext cx="3403908" cy="864717"/>
          </a:xfrm>
          <a:prstGeom prst="roundRect">
            <a:avLst>
              <a:gd name="adj" fmla="val 845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RDS 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schema.sql run once; state.backend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597527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Bedrock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optional LLM provider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ON PREMISES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In your data centre: nginx in front, PostgreSQL behind, nothing external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Air-gapped: the offline mock model, the calculators, DuckDB and your own databases all work without the internet; tools that call outside services are simply not used.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611884"/>
            <a:ext cx="9041632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666748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YOUR DATA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2018538"/>
            <a:ext cx="3403908" cy="203326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2073402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VM (systemd) OR DOCKER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95600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218167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4088384"/>
            <a:ext cx="0" cy="41483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750515"/>
            <a:ext cx="1276465" cy="813308"/>
          </a:xfrm>
          <a:prstGeom prst="roundRect">
            <a:avLst>
              <a:gd name="adj" fmla="val 899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750515"/>
            <a:ext cx="2021070" cy="813308"/>
          </a:xfrm>
          <a:prstGeom prst="roundRect">
            <a:avLst>
              <a:gd name="adj" fmla="val 8994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TLS, proxy, streaming unbuffered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750515"/>
            <a:ext cx="2978420" cy="813308"/>
          </a:xfrm>
          <a:prstGeom prst="roundRect">
            <a:avLst>
              <a:gd name="adj" fmla="val 8994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127.0.0.1:3002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2018538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Local disk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config/, data/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872511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Redis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state, when several workers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726484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Prometheus · Grafana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/metrics; OTLP traces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539792"/>
            <a:ext cx="3403908" cy="813308"/>
          </a:xfrm>
          <a:prstGeom prst="roundRect">
            <a:avLst>
              <a:gd name="adj" fmla="val 899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 and seed files, run by an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661789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Your SIEM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syslog or HTTP audit export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PRODUCTION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Production readiness, in facts the build can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 load-test figures are claimed here: none has been measured and recorded. These are counted from the repository when the deck is built.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2929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conformance checks passed, 0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tables in each of the two schema 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templates in the Helm chart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Kubernetes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HPA, disruption budget, network policy, ServiceMonitor; several replicas need the redis or database state backend.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Several workers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Sessions, tasks, OAuth codes, counters and approvals are shared; caches and circuit breakers stay per process on purpose.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Operated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Prometheus /metrics, OpenTelemetry traces, usage and cost dashboard, alert rules, health at /health.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Agent and workflow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How agents use SAJHA, alone and together; how a schedule or an event runs a governed graph of steps; and how the server is extended while it runs.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Agent architecture   ·   A worked analysis   ·   Several agents   ·   Workflows   ·   Extending   ·   Hot reload   ·   Making a tool, step by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The agent reasons; SAJHA executes, authorizes and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3829397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25765"/>
            <a:ext cx="36099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AGENT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8591" y="1370901"/>
            <a:ext cx="5105863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319" y="1425765"/>
            <a:ext cx="4886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SAJHA MCP SERVER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38" y="2356342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91938" y="3001570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22740" y="3143371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6356" y="1864311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6356" y="2471584"/>
            <a:ext cx="3191164" cy="493409"/>
          </a:xfrm>
          <a:prstGeom prst="roundRect">
            <a:avLst>
              <a:gd name="adj" fmla="val 1482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multi-step reasoning, retries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6356" y="3116812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7708" y="3116812"/>
            <a:ext cx="4467630" cy="455455"/>
          </a:xfrm>
          <a:prstGeom prst="roundRect">
            <a:avLst>
              <a:gd name="adj" fmla="val 16061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7708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0104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EDGAR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2500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Central banks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7708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70104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12500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Tavily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8591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Databases and lake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4267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Public APIs and the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The agent lists tools at start (tools/list) and puts their schemas in the model's prompt; the orchestrator handles multi-step reasoning and retries.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SAJHA handles execution, authentication, policy and records: a clean separation of concerns.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ILLUSTRATIVE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A worked analysis: interest-rate exposure, one tool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“How exposed is our Treasury portfolio to a move in rates?” An agent might chain these real tools; the holdings table is your own data in DuckDB.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output becomes context for the next step; the model chooses the path from what it sees. Section 6 shows a real run, captured when this deck was built.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1992312"/>
          <a:ext cx="10637213" cy="3359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0728"/>
                <a:gridCol w="3591786"/>
                <a:gridCol w="2762913"/>
                <a:gridCol w="359178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 action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SAJHA 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policy 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fred_fed_funds_rate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Rate and its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2-year and 10-year yields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fred_2yr_treasury, fred_10yr_treasury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curve's short and long end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Read portfolio holdings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Positions, coupons, maturities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Bucket exposure by maturity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per bucket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Reprice a bond after +100 bp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Price change per position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Search for central-bank guidance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Recent statements, with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Synthesise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summary, citing each call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MULTI-AGENT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Several agents share one server, each with its own identity and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282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3683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59855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1887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8288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Research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tavily_*, edgar_*, fed_*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0265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Analytics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duckdb_*, olap_*, calc_*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329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Reporting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role: user, prompts, Ask SAJHA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745582"/>
            <a:ext cx="10637215" cy="692861"/>
          </a:xfrm>
          <a:prstGeom prst="roundRect">
            <a:avLst>
              <a:gd name="adj" fmla="val 1055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catalog · one policy · one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19472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Each agent gets its own credentials (an API key in allowlist mode, or a role), so least privilege is enforced per agent and the audit names which agent called what.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Agents hand work to each other over A2A (/.well-known/agent.json, POST /a2a); MCP carries tool access. Several workers with a shared state store serve more agents without changing the server.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schedule or an event runs a governed graph of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Tools, composites, questions,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Step kinds: tool, composite, ask, condition, foreach, wait and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Started by time or by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cron schedules, webhook, file and event, or by hand; one fire per slot across workers.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DURABLE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run survives a crash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Every step is stored; another worker takes over a dead worker's run and re-runs only idempotent steps.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 THE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Runs with the owner's rights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Steps run with the owner's current roles, seen by policy, usage and audit as that caller.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RE-RUN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From the step that failed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Finished steps are reused; a run can be cancelled.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PUBLISHED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workflow can be a tool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can publish it to the catalog, callable from both eras.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EXTENDING THE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Two ways to add a tool, and agents cannot tell them apart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Both produce ordinary MCP tools with schemas, governed and audited the same 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 code: MCP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REST, database query, script, Power BI, SharePoint, LiveLink and OLAP creators, or describe the tool in a sentence.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Import an OpenAPI or GraphQL description; connect a database.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Deploy with one click; the tool is live without a restart.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Full code: a Python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Subclass BaseMCPTool and implement execute(); declare the input schema.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whole Python ecosystem: numpy, pandas, scipy.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JSON config in config/tools loads it; a plugin (plugin.json and tools/) packages several.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HOT 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Tools, rules and permissions change without a restart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JSON config added or changed in config/tools is picked up by the registry's file monitor; with an object store, its poller does the same.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Studio and imports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Deploying from Studio, an import or a connector registers the tool in the running server at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Policies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Policy files reload when they change.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Users, roles and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Changed in the console; the next request uses them, because the user is reloaded on every request.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Clients notice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Clients on SSE or WebSocket, and 2026-07-28 clients through subscriptions/listen, receive list-changed notifications; Ask SAJHA's shortlist sees a new tool without a reload.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MCP Studio, zero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or admin  →  MCP Studio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1. Open /studio and choose a creator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Python | REST | DB query | Script | OLAP | Power BI 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   SharePoint | LiveLink | Describe | Import an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2. Fill the form: name, parameters, source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name: "fx_rate"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parameters: { "pair": "string"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source: URL template, SQL, code or script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3. Preview: the JSON Schema is generated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inputSchema with types and required fields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4. Deploy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Config written under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Registered in the running 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Code and scripts will run in the sandbox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5. Any MCP client sees it in tools/list,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under its caller's access policy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a Python tool, full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 →  SAJHA tools registry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Write the class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class FxRateTool(BaseMCPTool):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    def execute(self, arguments): ...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input schema with types, ranges, required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Describe it: a JSON config in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name, description, implementation class, cache_ttl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Or package several as a plugin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config/plugins/my-tools/plugin.json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tools/ with configs or classes; a checksum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Test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Tool tests with recorded HTTP cassettes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 schema linter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Deploy: the registry loads the config;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the tool appears in tools/list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Data and analytics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Search for what the world says, SQL and pivots for what your data says, calculators for the arithmetic, and guards so that none of it can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Search and the web   ·   DuckDB and OLAP   ·   Financial calculators   ·   The connector guard   ·   Search plus analytics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AND THE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12 search, extraction and crawling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Results come back as structured text for a model, not raw HTML; Tavily calls need a Tavily key. For filings, 7 investor-relations tools (ir_*) find reports and presentations.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238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crawl_sitemap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Crawl and extract all URLs from a website's sitemap.xml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for recent news articles using Tavily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Recursively crawl a website starting from a URL, following…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tavily_research_search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comprehensive research search with advanced depth…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extract_content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structured content including text, images, and headings…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tavily_web_search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general web search using Tavily AI-powered search…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all hyperlinks from a web page with options to…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wiki_get_page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the complete content of a Wikipedia article by title…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SEO and structural metadata including title, meta tags…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wiki_get_summary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a concise summary of a Wikipedia article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tavily_domain_search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within specific domains or exclude domains using Tavily…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Wikipedia articles by keyword or phrase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DUCKDB AND OLAP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SQL over your files, pivots and statistics, read-only by 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duckdb_sql accepts one read-only statement and cannot read arbitrary files or URLs; the OLAP tools bind values instead of pasting them into SQL.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290574"/>
          <a:ext cx="10637214" cy="431310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duckdb_aggregate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Perform aggregation operations on tables with grouping (SUM…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Create interactive pivot tables for multi-dimensional analysis…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duckdb_describe_table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specific table or view…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olap_time_series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Analyze time series data with flexible granularity, gap…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duckdb_get_stats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statistical summary for numeric columns in a table (count…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sqlselect_count_rows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Count rows in a data source with optional WHERE clause…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63987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available data files (CSV, Parquet, JSON) in the data…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sqlselect_describe_source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information about a specific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duckdb_list_tables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tables and views in the DuckDB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sqlselect_execute_query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SELECT queries on configured data sources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duckdb_query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on CSV, Parquet, and JSON files using…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sqlselect_get_schema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duckdb_refresh_views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Refresh materialized views or reload external data files into…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sqlselect_list_sources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data sources with their metadata and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directly on CSV data 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sqlselect_sample_data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Retrieve sample rows from a data source for quick preview and…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FINANCIAL CALCULATORS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calculators: pure arithmetic, no network, confidence 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54836"/>
          <a:ext cx="10637214" cy="47173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calc_beta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stock beta from stock and market return series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calc_loan_amortization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loan 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calc_black_scholes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option prices using Black-Scholes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calc_max_drawdown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maximum drawdown from a series of portfolio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bond price given face value, coupon rate, yield, and…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calc_npv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Net Present Value (NPV) of cash flows at a discount…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expected return using 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calc_percentage_change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percentage change between two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calc_compound_interest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compound 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calc_present_value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present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calc_correlation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Pearson correlation between two data 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calc_retirement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retirement savings projection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calc_currency_converter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Convert between currencies using live exchange rates (free API)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calc_sharpe_ratio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Sharpe 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calc_dcf_model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Build a DCF valuation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calc_sortino_ratio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Sortino 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calc_future_value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future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calc_wacc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Weighted Average Cost of Capital (WACC)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calc_irr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Internal Rate of Return (IRR) for a series of cash…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CONNECTOR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query to your database passes three read-only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09143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08889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08634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7240" y="1623481"/>
            <a:ext cx="1595582" cy="2069503"/>
          </a:xfrm>
          <a:prstGeom prst="roundRect">
            <a:avLst>
              <a:gd name="adj" fmla="val 458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Tool call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query or curated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57869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  Statement guard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SELECT; table allowlist; no procedures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614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  Read-only session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connection itself refuses writes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7360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  The login's grants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database's own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105" y="1623481"/>
            <a:ext cx="957349" cy="2069503"/>
          </a:xfrm>
          <a:prstGeom prst="roundRect">
            <a:avLst>
              <a:gd name="adj" fmla="val 764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Your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Limits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Row, byte and time limits on every query; masking per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Per-user sign-in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snowflake, bigquery and databricks can run as each user, so the database applies that user's own rights.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Honest limit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SAJHA's guard works on query text it can analyse; database-native grants, views and masking are stronger and should back anything sensitive.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PLUS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One session blends outside intelligence with inside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“What is the market saying about credit spreads, and how are we positioned?”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Same server, same identity, same rules and the same audit for every 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779968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1924754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1834832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tavily_news_search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834832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News on the credit-spread outlook: the market's view, with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618181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276296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673045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duckdb_sql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673045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SELECT sector, rating, spread, duration FROM portfolio: our positions.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456393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3601180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11257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olap_pivot_table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511257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Exposure by sector and rating: where we are concentrated.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294606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44393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349470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calc_correlation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4349470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How our spreads have moved with the market's: correlation of two series.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" y="5132819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7240" y="52776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87683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the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187683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synthesis that cites each call, with SAJHA's confidence attached.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Intelligence and operations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needs no language model to serve tools; it has one anyway, for Ask SAJHA, for describing tools and for workflows. Then the deep dives an operator asks for.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Providers   ·   Ask SAJHA, captured   ·   Planners   ·   Memory and RAG   ·   Composition   ·   Evals   ·   Tool quality   ·   Observability   ·   Sandbox and accounts   ·   Storage and state   ·   Clients   ·   Configuration   ·   Schema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LLM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provider types behind one gateway, and none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provider is a source of models (a vendor's API or a local server such as Ollama); an alias such as “default” names an ordered list of models to try. Out of the box the alias points at the offline mock.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real provider types, hosted and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offline mock, the default: works with no keys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planners for Ask SAJHA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361690"/>
            <a:ext cx="10637215" cy="2883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Built 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anthropic, azure_openai, bedrock, cohere, deepseek, fireworks, gemini, groq, lmstudio, mistral, ollama, openai, openai_compatible, openrouter, perplexity, together, vllm and xai.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gateway applies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Per-role model policy and token caps, daily budgets, retries with backoff, a circuit breaker per provider, fallback, a response cache, one trace span per call.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SEMANTIC DISCOVERY AND ASK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Ask SAJHA answers in four moves, and the browser draws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On /ask the catalog is drawn as a constellation: one star per tool, clustered by group. As a question is answered, the shortlisted stars light up and a line is drawn to each tool called.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1  Shortlist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Calibri"/>
              </a:rPr>
              <a:t>Every tool's name and description is ranked against the question (embeddings, or BM25 when none is configured); tools the caller may not run are dropped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0551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551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3431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2 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431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 planner asks the model what to do next: answer, or call which shortlisted tools.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71951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223863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3863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3  Governed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2842768"/>
            <a:ext cx="2101519" cy="10171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Each call takes the path every client's call takes: schema, access, policy, cache, audit.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5263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47175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47175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30055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4 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055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The answer cites the calls it rests on; SAJHA attaches a confidence it computed itself.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718575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4198239"/>
            <a:ext cx="10637215" cy="2047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page animates the run's events, in the order emitted: shortlist → model → tool_call → tool_result → model → answer → confidence → done.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SHORTLIST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507 tools in, 12 offered to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shortlist event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99031"/>
            <a:ext cx="41148" cy="4346321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45335"/>
            <a:ext cx="4751679" cy="4072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question: What is the percentage change from 80 to 100?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score 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0.738 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0.647  fmp_sector_performance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0.637  fmp_market_gainers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0.637  fmp_market_losers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0.537  fmp_nasdaq_constituents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0.492  duckdb_sql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0.457  openbb_index_constituents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0.455  av_stock_quote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0.444  cg_coin_categories_market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cg_coin_markets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cg_coin_price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fbi_get_agency_statistics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What happened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model chose these: the resolver ranked all 507 descriptions by word overlap (BM25), because no embedding model is configured.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calculator ranks first; the model, not the shortlist, makes the final choice.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Tools the caller may not run were removed first: a model cannot be talked into a tool its user cannot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Only the top 12 (ai.ask.shortlist) reach the model.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asked for one call, and SAJHA ran it as it runs any client's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plan and the 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6B7480"/>
                </a:solidFill>
                <a:latin typeface="Consolas"/>
              </a:rPr>
              <a:t># model mock/mock-planner, planner react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tool_call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arguments {"new_value": 100, "old_value": 80}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tool_result ok, 85 ms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{"old_value": 80, "new_value": 100,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  "percentage_change": 25.0}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On the way, SAJHA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Arguments against the schema, the caller's access, and the policy rules in force.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Through the tool's cache and its provider's circuit breaker, counted in the metrics.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Refused what was not offered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 call outside the shortlist is refused; a destructive tool waits for the user's confirmation.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Treated the result as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Tool output is never an instruction to the model.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answer cites its source, and SAJHA sets the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66899"/>
            <a:ext cx="5135727" cy="4378452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66899"/>
            <a:ext cx="41148" cy="43784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13204"/>
            <a:ext cx="4751679" cy="410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answer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percentage change = 25.0 (from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calc_percentage_change with old_value=80,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new_value=100).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citations call_1_cd51247c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confidence 1.00  (basis: calc_percentage_change 1.00)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6B7480"/>
                </a:solidFill>
                <a:latin typeface="Consolas"/>
              </a:rPr>
              <a:t># 2288 tokens, 93 ms end to 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 the number is made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66899"/>
            <a:ext cx="5135727" cy="4378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Confidence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Each cited step contributes its tool's confidence (1.00 for a calculator, 0.95 for FRED, 0.80 for a web fetch), chained.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Not an opinion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failed call contributes 0.9, an incomplete loop 0.8, an answer on no tool 0.5; the model is never asked.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What the mock shows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The mechanism, not reasoning. The shipped eval set passed 3/3 with react and 3/3 with plan_execute on it; real questions need a real model.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PLANNERS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The planner decides the next step; the service keeps every safeguard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Whatever the planner: the access-filtered shortlist, refusal of tools not offered, confirmation of destructive tools, limits, citations, confidence and audit. A planner never touches a tool.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06639"/>
          <a:ext cx="10637214" cy="39464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9523"/>
                <a:gridCol w="6018424"/>
                <a:gridCol w="2799267"/>
              </a:tblGrid>
              <a:tr h="591693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 calls, two-tool question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default: one model call per step, answer or call which offered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per step, plus the answer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plan_execute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planning call returns steps with dependencies; independent steps run together; one re-plan after a failure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One, plus the answer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recipes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Regular-expression or keyword recipes from configuration map a question to a tool and its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None when the recipe has an answer template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Chooses per question: rules, then a matching recipe, then plan_execute for multi-part questions, else react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As the planner it chose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MEMORY AND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Memory is per user and deletable; document search cites its passages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Conversation 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follow-up gets the recent turns and a summary of older ones, and is rewritten to stand alone.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Per user, never shared; expires after ai.memory.retention_days; users delete their own history.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Off unless the ask names a conversation.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Document search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sajha_search_docs searches SAJHA's guides, folders an administrator names, and uploads, and answers with document, section and link.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Vector and word rankings fused; in-process store by default, pgvector on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Text formats only today.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Confidence falls as uncertain steps chain, and SAJHA computes by how much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341156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685036"/>
            <a:ext cx="5066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Computed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123948"/>
            <a:ext cx="5341156" cy="4121403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123948"/>
            <a:ext cx="41148" cy="41214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270252"/>
            <a:ext cx="4957108" cy="3847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confidence through a three-step composite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step                      conf  chain  bits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fred_10yr_treasury        0.95  0.950  0.29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fmp_company_profile       0.93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calc_percentage_change    1.00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refused above 3.0 bits (max_entropy_bits)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84156" y="1611884"/>
            <a:ext cx="4930298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84156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748" y="1685036"/>
            <a:ext cx="4655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Composites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4156" y="2123948"/>
            <a:ext cx="4930298" cy="412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Sibling (parallel) or parent-child (fan-out per record) steps, defined declaratively, registered as ordinary MCP tools.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Sequential steps multiply confidence; parallel steps take the lowest.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composite whose predicted entropy passes the limit is refused before it runs.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calculator adds no doubt, so it does not lower the chain.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Evals measure a model on golden questions before anyone trusts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492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Golden questions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set names questions, the tools that must and must not be called, checks on the answer, and limits on steps, tokens, cost and latency.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Measured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Pass rate, tool-selection accuracy, answer accuracy, tokens, cost, mean and p95 latency, per model and planner; two runs compared question by question.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On the mock, at this build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“calculators”: 3/3 with react, 3/3 with plan_execute, tool-selection accuracy 100%, at zero cost.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Tools are tested, linted, probed, versioned and released by canary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Recorded, replayable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Test cases with HTTP cassettes replayed offline; JUnit output for CI.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Schemas that models can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29192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static linter: valid JSON Schema 2020-12, descriptions, examples, MCP names, annotations.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PROBES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Health on a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Probes call tools periodically; one worker claims each slot.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Several behind one 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80844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Routed by pin, user, role or canary percentage.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ROLLBACK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Automatic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canary that errors or slows down is rolled back; sunset dates retire versions.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For the model too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 same harness measures models and planners (previous slide).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Metrics, traces, cost and alerts, out of the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Prometheus at /metrics, protected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HTTP, MCP and tool calls and latency, cache hits, LLM tokens and spend, sandbox runs, policy decisions, audit export.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OpenTelemetry over OTLP, opt-in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span per request, tool call and model call, with the caller attached.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usage and cost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Calls, errors, tokens and spend by user, key, role, model, tool and day; budgets; CSV export.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ALERTS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Rules on rates, latency and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Error rates, p95 latency, LLM spend, open circuit breakers; to a log, an email or a guarded webhook.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SANDBOX AND CONNECTED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User code runs in a sandbox; a user's tokens stay in a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Every call of user code in its own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Studio Python and script tools, and the admin shell, run with no server environment and no network unless allowed. Backends: subprocess, bwrap, nsjail or docker.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WHAT IT DOES NOT 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Built-in tools are not sandboxed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Shipped tools run in-process; on macOS and Windows the default gives only a clean environment and limits.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CONNECTED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acts as the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user links github, slack, google, microsoft, atlassian and notion or any OAuth 2.0 service once; tools that declare it call with that user's token.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VAULT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Encrypted, bound, fenced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AES-256-GCM, bound to user and provider, sent only to the provider's listed hosts; per-user results never cached.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STORAGE AND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process on a laptop, or several pods in a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Shared through the store: sessions, tasks, OAuth codes, rate-limit and budget counters, approvals. Per process on purpose: caches, circuit breakers and metrics.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8476"/>
                <a:gridCol w="3591786"/>
                <a:gridCol w="469695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Choices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Default, and when to change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Configuration and tool files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disk, S3, Azure Blob or GCS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disk; an object store when pods share files, with hot reload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Shared protocol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memory, redis or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 for one worker; redis or database for several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postgresql or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SQLite for development; PostgreSQL from one schema file an operator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Packaging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non-root container image, a Helm chart, Kustomize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Plus recipes: aws, baremetal and hetzner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Python client, a command line, and agent-to-agent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Desktop clients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sajha serve --stdio runs SAJHA as a stdio server for Claude Desktop, Claude Code and other local clients; the caller is set by --user or --api-key.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CLIENT SDK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on the official MCP SDK; adopts the newest era the server offers; REST and A2A clients; API key, JWT and OAuth auth.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COMMAND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Commands: login, logout, profile, health, config, tools, prompts, ask, studio, federation, workflows, serve, db, completion and version; profiles per server; JSON output.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A2A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Agent to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agent card at /.well-known/agent.json; POST /a2a (JSON-RPC) with tasks/send, tasks/get and tasks/cancel, under the same tool access.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One YAML file, overridden by the environment, with no secrets in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06639"/>
            <a:ext cx="10637215" cy="4938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key resolves SAJHA_&lt;DOTTED_KEY&gt; from the environment, then config/application.yml (with ${ENV:default}), then the code's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intelligence layer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ai.* keys resolve SAJHA_AI_&lt;SECTION&gt;_&lt;FIELD&gt;, then the vendor's own variable, then YAML, then the database, then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Secrets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Never in application.yml, which is tracked: environment variables; the OAuth signing key in data/oauth/; a known placeholder secret stops start-up.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Same file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Laptop, Docker, Kubernetes and the cloud recipes all start from it; the Configuration Reference lists every key.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28 tables in two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SAJHA never runs DDL on PostgreSQL: an operator runs schema.sql (safe to re-run) and seed.sql. SQLite creates its own tables. A test keeps both files in step with the models.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5" cy="40346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240"/>
                <a:gridCol w="76369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Identity and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users, roles, user_roles, permissions, api_keys, user_sessions, tenants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Audit and usage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audit_log, audit_chain, audit_anchors, tool_usage_events, obs_usage_events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prompts, prompt_tags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llm_providers, llm_models, ai_conversations, ai_conversation_turns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Composition and workflows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composite_tools, composite_tool_steps, workflows, workflow_runs, workflow_run_steps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Protocol and shared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a2a_tasks, sajha_state, sajha_state_events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Accounts and quality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connected_accounts, quality_runs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59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Where it's going, and how it compares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02432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31032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What is not built yet and what is known to be limited, from SAJHA's own documents; then the comparison, with where others are stronger.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82440"/>
            <a:ext cx="9905695" cy="193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Not built yet   ·   Known limitations   ·   The comparison   ·   Where others are stronger   ·   Where to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IT'S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Not built yet, and what is known to be limited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Not built yet (from the guides)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Enforced multi-tenancy: tenant records are stored, but no request path consults them.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Finer Studio permissions: the studio permission opens every creator.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A TypeScript client SDK: the client SDK is Python only.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Weaviate and Chroma connectors.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Document connectors (SharePoint, Drive, Confluence) and PDF or Word as RAG sources.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Native async providers; Vertex AI; Entra ID token acquisition.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Push-based cloud reload instead of polling.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Known limitations (Security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Prompts have no per-user permissions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Tenant records are not enforced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Studio access is all-or-nothing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JWTs cannot be revoked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SSO for the web UI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Sandbox strength depends on the host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WebSocket transport does not check Origin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COMPETITIVE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SAJHA beside 9 alternatives, on vendors' own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Part = partial (limited, preview, a paid tier); ? = not verifiable from public documentation on 2026-10-06. The full table, with a note and a source for every cell, is at /comparison.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2" cy="42192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9072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</a:tblGrid>
              <a:tr h="7121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2026 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Suite in CI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Own OAuth server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 in the box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No-code 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LLM and chat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Isolation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SaaS apps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Managed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FastMCP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IBM ContextForge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Docker MCP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Microsoft MCP Gateway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Kong AI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Cloudflare remote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Composio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Zapier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Smithery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OTHERS ARE STRONGER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Gateways, containers, SaaS breadth and a hosted service: others do these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SCALE OF FEDERATION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Gateways: IBM ContextForge, Docker MCP Gateway, Microsoft MCP Gateway and Kong AI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to put many MCP servers behind one endpoint at scale. SAJHA federates too, off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ISOLATION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Containers per server: Docker MCP Gateway, Microsoft MCP Gateway and Cloudflare remote 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They run each server in its own container; SAJHA sandboxes only user code and the shell.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SAAS BREADTH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Hosted catalogs: Composio, Zapier MCP and Smithery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133467"/>
            <a:ext cx="4870551" cy="983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Thousands of SaaS apps with per-user sign-in, run for you. SAJHA links a handful of services.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 AND HOSTING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 source, or run for 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828222"/>
            <a:ext cx="4870551" cy="1289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Open source: FastMCP, IBM ContextForge and Microsoft MCP Gateway. Managed: FastMCP, Kong AI Gateway, Cloudflare remote MCP, Composio, Zapier MCP and Smithery. SAJHA has neither.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Where to start, by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guide named here is in docs/ and is also served inside the app under Help.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392496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99938"/>
                <a:gridCol w="4599876"/>
                <a:gridCol w="373739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 are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 this first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Then 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Trying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pip install -r requirements.txt; python run_server.py; open localhost:3002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Quick Start; the tutorials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Connecting a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Point it at /mcp, or run sajha serve --stdio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Protocol Guide; Command Line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Reviewing security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 the access policy; try a rule on the Policies test 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Security Model; Policy and Audit; OAuth Guide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Adding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Describe one, import an API, or connect a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 User Guide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Running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Install the Helm chart with a redis or database state backend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Kubernetes Deployment; Scaling and 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Choosing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Open /comparison and read the 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How SAJHA Fits Together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8291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58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943447" y="1508760"/>
            <a:ext cx="304800" cy="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981547" y="8991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48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482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64327" y="3154680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SAJHA MCP Server 6.0.0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BEEF0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ajsinha@gmail.com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3C6CF"/>
                </a:solidFill>
                <a:latin typeface="Calibri"/>
              </a:rPr>
              <a:t>https://github.com/ajsinha/sajhamcpserver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SAJHA MCP Server — One Protocol, Infinite Possibilities</dc:title>
  <dc:subject>The Model Context Protocol from first principles, and SAJHA: one governed catalog of tools for every agent</dc:subject>
  <dc:creator>Ashutosh Sinha</dc:creator>
  <cp:keywords>SAJHA; MCP; Model Context Protocol; tools; governance</cp:keywords>
  <dc:description>Copyright All rights Reserved 2025-2030, Ashutosh Sinha.</dc:description>
  <cp:lastModifiedBy>Ashutosh Sinha</cp:lastModifiedBy>
  <cp:revision>1</cp:revision>
  <dcterms:created xsi:type="dcterms:W3CDTF">2026-10-06T12:00:00Z</dcterms:created>
  <dcterms:modified xsi:type="dcterms:W3CDTF">2026-10-06T12:00:00Z</dcterms:modified>
  <cp:category/>
</cp:coreProperties>
</file>