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(38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k8s, observability and sajhanet-demo,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(512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8.0.0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512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Finer Studio permissions, revocable sign-in,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512 tools in 41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3947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512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843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LLM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llm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Example LLM tools: assistant, summariser, triage, docs Q&amp;A (disabled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66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llm_author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llm: use; 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Studio: LLM tools 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3947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planner_chosen → stage_start → model → tool_call → tool_result → stage_end → stage_start → model → stage_end → stage_start → stage_end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0.739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0.648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0.538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0.494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0.459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0.456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0.445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fbi_get_agency_statistics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512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130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2734 tokens, 172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baremetal, hetzner and sajhanet-demo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net,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28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user_sessions, sajhanet_api_keys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run_sajha_web.py;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8.0.0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